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acknowledge source material and technical references used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315968" y="-960120"/>
            <a:ext cx="3657600" cy="3657600"/>
          </a:xfrm>
          <a:prstGeom prst="arc">
            <a:avLst/>
          </a:prstGeom>
          <a:solidFill>
            <a:srgbClr val="4F8FCF">
              <a:alpha val="24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1078992" y="5230368"/>
            <a:ext cx="2606040" cy="2606040"/>
          </a:xfrm>
          <a:prstGeom prst="arc">
            <a:avLst/>
          </a:prstGeom>
          <a:solidFill>
            <a:srgbClr val="F2B366">
              <a:alpha val="23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74980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F2B3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JS SLIDE BUILDER V10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694944" y="1298448"/>
            <a:ext cx="53492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Presentation Design Engine</a:t>
            </a:r>
            <a:endParaRPr lang="en-US" sz="4700" dirty="0"/>
          </a:p>
        </p:txBody>
      </p:sp>
      <p:sp>
        <p:nvSpPr>
          <p:cNvPr id="8" name="Shape 6"/>
          <p:cNvSpPr/>
          <p:nvPr/>
        </p:nvSpPr>
        <p:spPr>
          <a:xfrm>
            <a:off x="713232" y="3054096"/>
            <a:ext cx="868680" cy="50292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329184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>
                    <a:alpha val="94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reusable deck builder that combines content JSON, designer-theme JSON, design planning, and headless PowerPoint rendering.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61447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>
                    <a:alpha val="82000"/>
                  </a:srgbClr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Name  •  2026-05-11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this version adds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Deck-wide design pass for visual rhythm and references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layout variants and training-specific slide types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Regulatory tables and compliance matrices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Preview rendering and contact-sheet review workflow</a:t>
            </a:r>
            <a:endParaRPr lang="en-US" sz="15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system has four layers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Content JSON: slide titles, bullets, tables, metrics</a:t>
            </a:r>
            <a:endParaRPr lang="en-US" sz="1530" dirty="0"/>
          </a:p>
        </p:txBody>
      </p:sp>
      <p:sp>
        <p:nvSpPr>
          <p:cNvPr id="15" name="Shape 13"/>
          <p:cNvSpPr/>
          <p:nvPr/>
        </p:nvSpPr>
        <p:spPr>
          <a:xfrm>
            <a:off x="3441116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97148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97148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97148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148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Theme JSON: colors, fonts, spacing, design tokens</a:t>
            </a:r>
            <a:endParaRPr lang="en-US" sz="1530" dirty="0"/>
          </a:p>
        </p:txBody>
      </p:sp>
      <p:sp>
        <p:nvSpPr>
          <p:cNvPr id="20" name="Shape 18"/>
          <p:cNvSpPr/>
          <p:nvPr/>
        </p:nvSpPr>
        <p:spPr>
          <a:xfrm>
            <a:off x="6223864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9896" y="1700784"/>
            <a:ext cx="384048" cy="384048"/>
          </a:xfrm>
          <a:prstGeom prst="ellipse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79896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79896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Planner: adds variants and design metadata</a:t>
            </a:r>
            <a:endParaRPr lang="en-US" sz="1530" dirty="0"/>
          </a:p>
        </p:txBody>
      </p:sp>
      <p:sp>
        <p:nvSpPr>
          <p:cNvPr id="25" name="Shape 23"/>
          <p:cNvSpPr/>
          <p:nvPr/>
        </p:nvSpPr>
        <p:spPr>
          <a:xfrm>
            <a:off x="9006611" y="1408176"/>
            <a:ext cx="2526716" cy="4334256"/>
          </a:xfrm>
          <a:prstGeom prst="roundRect">
            <a:avLst>
              <a:gd name="adj" fmla="val 5790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62643" y="1700784"/>
            <a:ext cx="384048" cy="384048"/>
          </a:xfrm>
          <a:prstGeom prst="ellipse">
            <a:avLst/>
          </a:prstGeom>
          <a:solidFill>
            <a:srgbClr val="4F8FCF"/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62643" y="1789115"/>
            <a:ext cx="384048" cy="134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✓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262643" y="2267712"/>
            <a:ext cx="530352" cy="45720"/>
          </a:xfrm>
          <a:prstGeom prst="rect">
            <a:avLst/>
          </a:prstGeom>
          <a:solidFill>
            <a:srgbClr val="F2B36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62643" y="2551176"/>
            <a:ext cx="20146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30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Renderer: generates PowerPoint from planned deck</a:t>
            </a:r>
            <a:endParaRPr lang="en-US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-914400"/>
            <a:ext cx="2926080" cy="2926080"/>
          </a:xfrm>
          <a:prstGeom prst="arc">
            <a:avLst/>
          </a:prstGeom>
          <a:solidFill>
            <a:srgbClr val="4F8FCF">
              <a:alpha val="10000"/>
            </a:srgbClr>
          </a:solidFill>
          <a:ln w="12700">
            <a:solidFill>
              <a:srgbClr val="4F8FC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051560" y="5394960"/>
            <a:ext cx="2148840" cy="2148840"/>
          </a:xfrm>
          <a:prstGeom prst="arc">
            <a:avLst/>
          </a:prstGeom>
          <a:solidFill>
            <a:srgbClr val="F2B366">
              <a:alpha val="9000"/>
            </a:srgbClr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382512"/>
            <a:ext cx="10874959" cy="0"/>
          </a:xfrm>
          <a:prstGeom prst="line">
            <a:avLst/>
          </a:prstGeom>
          <a:noFill/>
          <a:ln w="6985">
            <a:solidFill>
              <a:srgbClr val="DDE6F0">
                <a:alpha val="9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6537960"/>
            <a:ext cx="6172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Headless Slide Builder Demo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509199" y="65379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658368" y="25603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4F8F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658368" y="512064"/>
            <a:ext cx="108749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</a:t>
            </a:r>
            <a:endParaRPr lang="en-US" sz="3100" dirty="0"/>
          </a:p>
        </p:txBody>
      </p:sp>
      <p:sp>
        <p:nvSpPr>
          <p:cNvPr id="10" name="Shape 8"/>
          <p:cNvSpPr/>
          <p:nvPr/>
        </p:nvSpPr>
        <p:spPr>
          <a:xfrm>
            <a:off x="658368" y="1120140"/>
            <a:ext cx="676656" cy="39319"/>
          </a:xfrm>
          <a:prstGeom prst="rect">
            <a:avLst/>
          </a:prstGeom>
          <a:solidFill>
            <a:srgbClr val="F2B366"/>
          </a:solidFill>
          <a:ln w="12700">
            <a:solidFill>
              <a:srgbClr val="F2B366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1298448"/>
            <a:ext cx="10881360" cy="4462272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8890">
            <a:solidFill>
              <a:srgbClr val="DDE6F0"/>
            </a:solidFill>
            <a:prstDash val="solid"/>
          </a:ln>
          <a:effectLst>
            <a:outerShdw sx="100000" sy="100000" kx="0" ky="0" algn="bl" rotWithShape="0" blurRad="13970" dist="50800" dir="2700000">
              <a:srgbClr val="C9D3DF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78408" y="1627632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F4E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</a:t>
            </a:r>
            <a:endParaRPr lang="en-US" sz="780" dirty="0"/>
          </a:p>
        </p:txBody>
      </p:sp>
      <p:sp>
        <p:nvSpPr>
          <p:cNvPr id="13" name="Text 11"/>
          <p:cNvSpPr/>
          <p:nvPr/>
        </p:nvSpPr>
        <p:spPr>
          <a:xfrm>
            <a:off x="1316736" y="16276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17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requirement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5184648" y="1627632"/>
            <a:ext cx="6263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66708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User-provided slide builder instructions - Headless JSON-driven PowerPoint generation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Headless Slide Builder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Presentation Design Engine Demo v10</dc:title>
  <dc:subject>Headless JS slide builder with design tokens, brand support, image roles, quality reports, and visual self-review prompts</dc:subject>
  <dc:creator>Your Name</dc:creator>
  <cp:lastModifiedBy>Your Name</cp:lastModifiedBy>
  <cp:revision>1</cp:revision>
  <dcterms:created xsi:type="dcterms:W3CDTF">2026-05-14T04:28:51Z</dcterms:created>
  <dcterms:modified xsi:type="dcterms:W3CDTF">2026-05-14T04:28:51Z</dcterms:modified>
</cp:coreProperties>
</file>