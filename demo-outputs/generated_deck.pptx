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acknowledge source material and technical references used in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315968" y="-960120"/>
            <a:ext cx="3657600" cy="3657600"/>
          </a:xfrm>
          <a:prstGeom prst="arc">
            <a:avLst/>
          </a:prstGeom>
          <a:solidFill>
            <a:srgbClr val="4F8FCF">
              <a:alpha val="24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1078992" y="5230368"/>
            <a:ext cx="2606040" cy="2606040"/>
          </a:xfrm>
          <a:prstGeom prst="arc">
            <a:avLst/>
          </a:prstGeom>
          <a:solidFill>
            <a:srgbClr val="F2B366">
              <a:alpha val="23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749808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JS SLIDE BUILDER V10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94944" y="1298448"/>
            <a:ext cx="534924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Presentation Design Engine</a:t>
            </a:r>
            <a:endParaRPr lang="en-US" sz="4700" dirty="0"/>
          </a:p>
        </p:txBody>
      </p:sp>
      <p:sp>
        <p:nvSpPr>
          <p:cNvPr id="8" name="Shape 6"/>
          <p:cNvSpPr/>
          <p:nvPr/>
        </p:nvSpPr>
        <p:spPr>
          <a:xfrm>
            <a:off x="713232" y="3054096"/>
            <a:ext cx="86868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29184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FFFFF">
                    <a:alpha val="94000"/>
                  </a:srgb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reusable deck builder that combines content JSON, designer-theme JSON, design planning, and headless PowerPoint rendering.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61447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>
                    <a:alpha val="82000"/>
                  </a:srgb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Name  •  2026-05-11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this version adds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Deck-wide design pass for visual rhythm and references</a:t>
            </a:r>
            <a:endParaRPr lang="en-US" sz="1530" dirty="0"/>
          </a:p>
        </p:txBody>
      </p:sp>
      <p:sp>
        <p:nvSpPr>
          <p:cNvPr id="15" name="Shape 13"/>
          <p:cNvSpPr/>
          <p:nvPr/>
        </p:nvSpPr>
        <p:spPr>
          <a:xfrm>
            <a:off x="3441116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97148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97148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97148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97148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layout variants and training-specific slide types</a:t>
            </a:r>
            <a:endParaRPr lang="en-US" sz="1530" dirty="0"/>
          </a:p>
        </p:txBody>
      </p:sp>
      <p:sp>
        <p:nvSpPr>
          <p:cNvPr id="20" name="Shape 18"/>
          <p:cNvSpPr/>
          <p:nvPr/>
        </p:nvSpPr>
        <p:spPr>
          <a:xfrm>
            <a:off x="6223864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79896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9896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79896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9896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Regulatory tables and compliance matrices</a:t>
            </a:r>
            <a:endParaRPr lang="en-US" sz="1530" dirty="0"/>
          </a:p>
        </p:txBody>
      </p:sp>
      <p:sp>
        <p:nvSpPr>
          <p:cNvPr id="25" name="Shape 23"/>
          <p:cNvSpPr/>
          <p:nvPr/>
        </p:nvSpPr>
        <p:spPr>
          <a:xfrm>
            <a:off x="9006611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62643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62643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262643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62643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Preview rendering and contact-sheet review workflow</a:t>
            </a:r>
            <a:endParaRPr lang="en-US" sz="15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system has four layers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Content JSON: slide titles, bullets, tables, metrics</a:t>
            </a:r>
            <a:endParaRPr lang="en-US" sz="1530" dirty="0"/>
          </a:p>
        </p:txBody>
      </p:sp>
      <p:sp>
        <p:nvSpPr>
          <p:cNvPr id="15" name="Shape 13"/>
          <p:cNvSpPr/>
          <p:nvPr/>
        </p:nvSpPr>
        <p:spPr>
          <a:xfrm>
            <a:off x="3441116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97148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97148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97148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97148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Theme JSON: colors, fonts, spacing, design tokens</a:t>
            </a:r>
            <a:endParaRPr lang="en-US" sz="1530" dirty="0"/>
          </a:p>
        </p:txBody>
      </p:sp>
      <p:sp>
        <p:nvSpPr>
          <p:cNvPr id="20" name="Shape 18"/>
          <p:cNvSpPr/>
          <p:nvPr/>
        </p:nvSpPr>
        <p:spPr>
          <a:xfrm>
            <a:off x="6223864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79896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9896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79896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9896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Planner: adds variants and design metadata</a:t>
            </a:r>
            <a:endParaRPr lang="en-US" sz="1530" dirty="0"/>
          </a:p>
        </p:txBody>
      </p:sp>
      <p:sp>
        <p:nvSpPr>
          <p:cNvPr id="25" name="Shape 23"/>
          <p:cNvSpPr/>
          <p:nvPr/>
        </p:nvSpPr>
        <p:spPr>
          <a:xfrm>
            <a:off x="9006611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62643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62643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262643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62643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Renderer: generates PowerPoint from planned deck</a:t>
            </a:r>
            <a:endParaRPr lang="en-US" sz="15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References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298448"/>
            <a:ext cx="10881360" cy="4462272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78408" y="162763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1316736" y="1627632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requirement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5184648" y="1627632"/>
            <a:ext cx="6263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User-provided slide builder instructions - Headless JSON-driven PowerPoint generation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Headless Slide Builder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Presentation Design Engine Demo v10</dc:title>
  <dc:subject>Headless JS slide builder with design tokens, brand support, image roles, quality reports, and visual self-review prompts</dc:subject>
  <dc:creator>Your Name</dc:creator>
  <cp:lastModifiedBy>Your Name</cp:lastModifiedBy>
  <cp:revision>1</cp:revision>
  <dcterms:created xsi:type="dcterms:W3CDTF">2026-05-14T23:51:20Z</dcterms:created>
  <dcterms:modified xsi:type="dcterms:W3CDTF">2026-05-14T23:51:20Z</dcterms:modified>
</cp:coreProperties>
</file>