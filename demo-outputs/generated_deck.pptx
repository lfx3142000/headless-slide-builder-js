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Presentation Design Engine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reusable deck builder that combines content JSON, designer-theme JSON, design planning, and headless PowerPoint rendering.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Name  •  2026-05-11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version adds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Deck-wide design pass for visual rhythm and references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layout variants and training-specific slide types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Regulatory tables and compliance matrices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and contact-sheet review workflow</a:t>
            </a:r>
            <a:endParaRPr lang="en-US" sz="15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system has four layers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JSON: slide titles, bullets, tables, metrics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 JSON: colors, fonts, spacing, design tokens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Planner: adds variants and design metadata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Renderer: generates PowerPoint from planned deck</a:t>
            </a:r>
            <a:endParaRPr lang="en-US" sz="15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requirement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User-provided slide builder instructions - Headless JSON-driven PowerPoint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Presentation Design Engine Demo v10</dc:title>
  <dc:subject>Headless JS slide builder with design tokens, brand support, image roles, quality reports, and visual self-review prompts</dc:subject>
  <dc:creator>Your Name</dc:creator>
  <cp:lastModifiedBy>Your Name</cp:lastModifiedBy>
  <cp:revision>1</cp:revision>
  <dcterms:created xsi:type="dcterms:W3CDTF">2026-05-14T23:44:34Z</dcterms:created>
  <dcterms:modified xsi:type="dcterms:W3CDTF">2026-05-14T23:44:34Z</dcterms:modified>
</cp:coreProperties>
</file>